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7351B-8286-E74B-924A-502614834404}" v="13" dt="2026-01-21T09:25:50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3" autoAdjust="0"/>
    <p:restoredTop sz="96266"/>
  </p:normalViewPr>
  <p:slideViewPr>
    <p:cSldViewPr snapToGrid="0">
      <p:cViewPr varScale="1">
        <p:scale>
          <a:sx n="121" d="100"/>
          <a:sy n="121" d="100"/>
        </p:scale>
        <p:origin x="2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ristar Kudowa" userId="e175c437-14c7-48cf-85e7-133e5e49cd07" providerId="ADAL" clId="{F4999AAF-B602-55A4-86BA-3313B77EB674}"/>
    <pc:docChg chg="undo custSel modSld modMainMaster">
      <pc:chgData name="Evaristar Kudowa" userId="e175c437-14c7-48cf-85e7-133e5e49cd07" providerId="ADAL" clId="{F4999AAF-B602-55A4-86BA-3313B77EB674}" dt="2026-01-21T09:25:53.988" v="44"/>
      <pc:docMkLst>
        <pc:docMk/>
      </pc:docMkLst>
      <pc:sldChg chg="addSp delSp modSp mod">
        <pc:chgData name="Evaristar Kudowa" userId="e175c437-14c7-48cf-85e7-133e5e49cd07" providerId="ADAL" clId="{F4999AAF-B602-55A4-86BA-3313B77EB674}" dt="2026-01-21T07:51:20.173" v="22" actId="1076"/>
        <pc:sldMkLst>
          <pc:docMk/>
          <pc:sldMk cId="2962325541" sldId="256"/>
        </pc:sldMkLst>
        <pc:spChg chg="mod">
          <ac:chgData name="Evaristar Kudowa" userId="e175c437-14c7-48cf-85e7-133e5e49cd07" providerId="ADAL" clId="{F4999AAF-B602-55A4-86BA-3313B77EB674}" dt="2026-01-21T07:51:20.173" v="22" actId="1076"/>
          <ac:spMkLst>
            <pc:docMk/>
            <pc:sldMk cId="2962325541" sldId="256"/>
            <ac:spMk id="4" creationId="{5748A045-B49A-4017-88B9-5B1D675063AD}"/>
          </ac:spMkLst>
        </pc:spChg>
        <pc:spChg chg="add del mod">
          <ac:chgData name="Evaristar Kudowa" userId="e175c437-14c7-48cf-85e7-133e5e49cd07" providerId="ADAL" clId="{F4999AAF-B602-55A4-86BA-3313B77EB674}" dt="2026-01-21T04:08:19.068" v="3"/>
          <ac:spMkLst>
            <pc:docMk/>
            <pc:sldMk cId="2962325541" sldId="256"/>
            <ac:spMk id="5" creationId="{5296F30F-CF23-48DA-33BF-C2A08D3ECBD0}"/>
          </ac:spMkLst>
        </pc:spChg>
        <pc:spChg chg="add del mod">
          <ac:chgData name="Evaristar Kudowa" userId="e175c437-14c7-48cf-85e7-133e5e49cd07" providerId="ADAL" clId="{F4999AAF-B602-55A4-86BA-3313B77EB674}" dt="2026-01-21T04:08:23.793" v="8"/>
          <ac:spMkLst>
            <pc:docMk/>
            <pc:sldMk cId="2962325541" sldId="256"/>
            <ac:spMk id="6" creationId="{FCA65DA0-7891-B1AD-1148-EBD9B9E00B1D}"/>
          </ac:spMkLst>
        </pc:spChg>
        <pc:spChg chg="add del mod">
          <ac:chgData name="Evaristar Kudowa" userId="e175c437-14c7-48cf-85e7-133e5e49cd07" providerId="ADAL" clId="{F4999AAF-B602-55A4-86BA-3313B77EB674}" dt="2026-01-21T04:08:23.792" v="6"/>
          <ac:spMkLst>
            <pc:docMk/>
            <pc:sldMk cId="2962325541" sldId="256"/>
            <ac:spMk id="7" creationId="{F735D7A7-9B8E-EEEF-3D70-AB5BD36252BF}"/>
          </ac:spMkLst>
        </pc:spChg>
        <pc:spChg chg="add del mod">
          <ac:chgData name="Evaristar Kudowa" userId="e175c437-14c7-48cf-85e7-133e5e49cd07" providerId="ADAL" clId="{F4999AAF-B602-55A4-86BA-3313B77EB674}" dt="2026-01-21T04:08:29.266" v="11"/>
          <ac:spMkLst>
            <pc:docMk/>
            <pc:sldMk cId="2962325541" sldId="256"/>
            <ac:spMk id="8" creationId="{77F1FE68-ABB3-B892-0D75-419E87130F2A}"/>
          </ac:spMkLst>
        </pc:spChg>
      </pc:sldChg>
      <pc:sldChg chg="addSp delSp modSp mod">
        <pc:chgData name="Evaristar Kudowa" userId="e175c437-14c7-48cf-85e7-133e5e49cd07" providerId="ADAL" clId="{F4999AAF-B602-55A4-86BA-3313B77EB674}" dt="2026-01-21T09:25:53.988" v="44"/>
        <pc:sldMkLst>
          <pc:docMk/>
          <pc:sldMk cId="2261724829" sldId="258"/>
        </pc:sldMkLst>
        <pc:spChg chg="add del mod">
          <ac:chgData name="Evaristar Kudowa" userId="e175c437-14c7-48cf-85e7-133e5e49cd07" providerId="ADAL" clId="{F4999AAF-B602-55A4-86BA-3313B77EB674}" dt="2026-01-21T04:13:34.578" v="15"/>
          <ac:spMkLst>
            <pc:docMk/>
            <pc:sldMk cId="2261724829" sldId="258"/>
            <ac:spMk id="5" creationId="{DA2F9082-4606-F558-2D92-86824DBA6C59}"/>
          </ac:spMkLst>
        </pc:spChg>
        <pc:spChg chg="add del mod">
          <ac:chgData name="Evaristar Kudowa" userId="e175c437-14c7-48cf-85e7-133e5e49cd07" providerId="ADAL" clId="{F4999AAF-B602-55A4-86BA-3313B77EB674}" dt="2026-01-21T09:25:52.256" v="40"/>
          <ac:spMkLst>
            <pc:docMk/>
            <pc:sldMk cId="2261724829" sldId="258"/>
            <ac:spMk id="5" creationId="{EF307C81-E650-8695-2614-40C08846D3D6}"/>
          </ac:spMkLst>
        </pc:spChg>
        <pc:spChg chg="add del mod">
          <ac:chgData name="Evaristar Kudowa" userId="e175c437-14c7-48cf-85e7-133e5e49cd07" providerId="ADAL" clId="{F4999AAF-B602-55A4-86BA-3313B77EB674}" dt="2026-01-21T09:25:53.275" v="42"/>
          <ac:spMkLst>
            <pc:docMk/>
            <pc:sldMk cId="2261724829" sldId="258"/>
            <ac:spMk id="6" creationId="{D1A9960A-FE65-C2BA-34BF-62D4E7649D8C}"/>
          </ac:spMkLst>
        </pc:spChg>
        <pc:spChg chg="add del mod">
          <ac:chgData name="Evaristar Kudowa" userId="e175c437-14c7-48cf-85e7-133e5e49cd07" providerId="ADAL" clId="{F4999AAF-B602-55A4-86BA-3313B77EB674}" dt="2026-01-21T04:13:35.817" v="17"/>
          <ac:spMkLst>
            <pc:docMk/>
            <pc:sldMk cId="2261724829" sldId="258"/>
            <ac:spMk id="6" creationId="{EF3631F3-A584-5ED6-B29C-DD99E9BFD7C3}"/>
          </ac:spMkLst>
        </pc:spChg>
        <pc:spChg chg="add del mod">
          <ac:chgData name="Evaristar Kudowa" userId="e175c437-14c7-48cf-85e7-133e5e49cd07" providerId="ADAL" clId="{F4999AAF-B602-55A4-86BA-3313B77EB674}" dt="2026-01-21T09:25:53.988" v="44"/>
          <ac:spMkLst>
            <pc:docMk/>
            <pc:sldMk cId="2261724829" sldId="258"/>
            <ac:spMk id="7" creationId="{A546F419-5A91-79AA-877F-D2A8CCE66EFD}"/>
          </ac:spMkLst>
        </pc:spChg>
        <pc:spChg chg="add del mod">
          <ac:chgData name="Evaristar Kudowa" userId="e175c437-14c7-48cf-85e7-133e5e49cd07" providerId="ADAL" clId="{F4999AAF-B602-55A4-86BA-3313B77EB674}" dt="2026-01-21T07:50:45.767" v="20"/>
          <ac:spMkLst>
            <pc:docMk/>
            <pc:sldMk cId="2261724829" sldId="258"/>
            <ac:spMk id="7" creationId="{EEE96D8A-640B-4A47-376A-551ABA5E8F4C}"/>
          </ac:spMkLst>
        </pc:spChg>
      </pc:sldChg>
      <pc:sldMasterChg chg="modSp mod">
        <pc:chgData name="Evaristar Kudowa" userId="e175c437-14c7-48cf-85e7-133e5e49cd07" providerId="ADAL" clId="{F4999AAF-B602-55A4-86BA-3313B77EB674}" dt="2026-01-21T08:09:31.630" v="35" actId="14100"/>
        <pc:sldMasterMkLst>
          <pc:docMk/>
          <pc:sldMasterMk cId="29747758" sldId="2147483648"/>
        </pc:sldMasterMkLst>
        <pc:spChg chg="mod">
          <ac:chgData name="Evaristar Kudowa" userId="e175c437-14c7-48cf-85e7-133e5e49cd07" providerId="ADAL" clId="{F4999AAF-B602-55A4-86BA-3313B77EB674}" dt="2026-01-21T08:09:31.630" v="35" actId="14100"/>
          <ac:spMkLst>
            <pc:docMk/>
            <pc:sldMasterMk cId="29747758" sldId="2147483648"/>
            <ac:spMk id="2" creationId="{1C1E1190-2136-48F0-AC05-CF8B70904B38}"/>
          </ac:spMkLst>
        </pc:spChg>
        <pc:picChg chg="mod modCrop">
          <ac:chgData name="Evaristar Kudowa" userId="e175c437-14c7-48cf-85e7-133e5e49cd07" providerId="ADAL" clId="{F4999AAF-B602-55A4-86BA-3313B77EB674}" dt="2026-01-21T08:09:24.266" v="34" actId="1076"/>
          <ac:picMkLst>
            <pc:docMk/>
            <pc:sldMasterMk cId="29747758" sldId="2147483648"/>
            <ac:picMk id="8" creationId="{CA1A8323-4ADE-4BE5-B7CC-3ABBBDEC976A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9992F2-5B05-427A-B18B-6364C6643C92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C0F4E-24AA-4131-819D-2000D78708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496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E552-82FF-41CD-AE9B-C5B295BA4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8C47A7-1C60-48ED-9106-1A4E50CD85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26500"/>
            <a:ext cx="9144000" cy="12313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A256D4-A46F-42D5-9B93-520AF7ED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CD99309-7B5F-490B-9BDE-AAF9B5F8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24400" y="5580025"/>
            <a:ext cx="2743200" cy="311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C2113EE3-8373-4C14-933F-C1E589D5B246}" type="datetime1">
              <a:rPr lang="en-GB" smtClean="0"/>
              <a:t>21/01/2026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2064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9D5-560C-4369-A313-7C24EDF02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BC91F-1C76-43AE-8B2A-956D48B76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685800" indent="-228600">
              <a:buClr>
                <a:srgbClr val="C00000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buClrTx/>
              <a:buFont typeface="Arial" panose="020B0604020202020204" pitchFamily="34" charset="0"/>
              <a:buChar char="•"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F998A-2A5E-471F-9FEB-2559B0A7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003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11042-BDFA-4708-84AB-F848A1D5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 b="1">
                <a:solidFill>
                  <a:srgbClr val="C0000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6FC57D-47CF-4AB3-8F41-D74240EA1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0AAC92-EEED-4232-ACDE-84003A647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679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C85BE-B3D8-4FF3-B29D-02E829750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9358A-6410-47DE-B7D5-0F708CD13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B0D16-5BFA-42AC-ADC2-646F18F10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2pPr>
              <a:buClr>
                <a:srgbClr val="C00000"/>
              </a:buClr>
              <a:defRPr/>
            </a:lvl2pPr>
            <a:lvl3pPr>
              <a:buClrTx/>
              <a:defRPr/>
            </a:lvl3pPr>
            <a:lvl4pPr>
              <a:buClr>
                <a:srgbClr val="C00000"/>
              </a:buClr>
              <a:defRPr/>
            </a:lvl4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92B6E7-0296-4DDC-8A37-ADBF0331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95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0E6CF-0013-49C7-AEB8-8E9137471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B4A6D-F116-4484-8C9C-A4639CC18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21EE16-2CAA-4269-9363-D2817EE0D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35FF5-1094-4B0C-B250-AD8B448C6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D47F8F-0A27-4035-ACD4-A78ECFE4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EF0084-C4B2-4571-BB9F-0F21077E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2715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237DD-A251-437C-AEDD-CB5B4426A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F1F1D-CD28-4160-A015-F8A9E022C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195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68FEFF-33E8-4DF3-9F82-C8924C64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1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C315F-F711-43BA-8C23-8D50769E3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8A54E-07B9-4B62-B101-F97969B04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C278EB-CD3C-4569-8B41-D3DDD3B400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D33D4-F2B4-4E27-98BD-BC9272834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229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806B-9951-41F8-8355-56988956D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2C372-A8E3-48FB-BC6D-03E9BE45A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AF29B-6E7F-438B-A4F0-E7B08FC24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CB0398-38BC-4D55-98B4-91433EB43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2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0A-D0D2-45E6-B04B-900AFC280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9A6CE9-1503-44AE-9C80-F0F8D874E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A2AA1-1B6B-4E88-A09D-356FC6852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42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5E3CF-3D05-44C8-88C8-D98ADD5B8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504C6-15EF-447C-AD59-74FEC0CCC5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67EC9-ADE0-4807-A12B-A966A05B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6076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1289F0-EB91-42F5-8365-E3427F55C1DD}"/>
              </a:ext>
            </a:extLst>
          </p:cNvPr>
          <p:cNvSpPr>
            <a:spLocks noChangeAspect="1"/>
          </p:cNvSpPr>
          <p:nvPr userDrawn="1"/>
        </p:nvSpPr>
        <p:spPr>
          <a:xfrm>
            <a:off x="2262487" y="581720"/>
            <a:ext cx="7667022" cy="5935758"/>
          </a:xfrm>
          <a:prstGeom prst="rect">
            <a:avLst/>
          </a:prstGeom>
          <a:blipFill dpi="0" rotWithShape="1">
            <a:blip r:embed="rId13">
              <a:alphaModFix amt="25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rcRect/>
            <a:stretch>
              <a:fillRect/>
            </a:stretch>
          </a:blip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 anchorCtr="0"/>
          <a:lstStyle/>
          <a:p>
            <a:pPr algn="ctr"/>
            <a:endParaRPr lang="en-GB" sz="1400" dirty="0" err="1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1E1190-2136-48F0-AC05-CF8B70904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2351" y="365125"/>
            <a:ext cx="1007048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448-651E-4B5A-868C-102A5658F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70DB5-9A54-43D6-A1BD-EE919D586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542081"/>
            <a:ext cx="2743200" cy="3159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5CB42-CF14-4293-8971-6DCD1AAE8BE7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9B768418-2B2A-4DD4-AF20-A6EC6C03C4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" y="86916"/>
            <a:ext cx="12192001" cy="228029"/>
          </a:xfrm>
          <a:prstGeom prst="rect">
            <a:avLst/>
          </a:prstGeom>
          <a:solidFill>
            <a:srgbClr val="B0120E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925" tIns="38963" rIns="77925" bIns="38963" anchor="ctr"/>
          <a:lstStyle/>
          <a:p>
            <a:endParaRPr lang="en-US">
              <a:latin typeface="Calibri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1A8323-4ADE-4BE5-B7CC-3ABBBDEC976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82" b="10648"/>
          <a:stretch>
            <a:fillRect/>
          </a:stretch>
        </p:blipFill>
        <p:spPr>
          <a:xfrm>
            <a:off x="0" y="359596"/>
            <a:ext cx="1155459" cy="883577"/>
          </a:xfrm>
          <a:prstGeom prst="rect">
            <a:avLst/>
          </a:prstGeom>
        </p:spPr>
      </p:pic>
      <p:pic>
        <p:nvPicPr>
          <p:cNvPr id="9" name="Picture 8" descr="logo.pdf">
            <a:extLst>
              <a:ext uri="{FF2B5EF4-FFF2-40B4-BE49-F238E27FC236}">
                <a16:creationId xmlns:a16="http://schemas.microsoft.com/office/drawing/2014/main" id="{102BA6D8-072F-4F9F-A5A0-82DCD1210E27}"/>
              </a:ext>
            </a:extLst>
          </p:cNvPr>
          <p:cNvPicPr>
            <a:picLocks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7532" y="326042"/>
            <a:ext cx="708279" cy="972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530C013-6450-9241-806F-A84F38C100C4}"/>
              </a:ext>
            </a:extLst>
          </p:cNvPr>
          <p:cNvSpPr/>
          <p:nvPr userDrawn="1"/>
        </p:nvSpPr>
        <p:spPr>
          <a:xfrm>
            <a:off x="1069560" y="6618679"/>
            <a:ext cx="1167808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Except where otherwise noted, these slides by Marc 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Henrion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 are licensed under a Creative Commons Attribution 4.0 License: http://</a:t>
            </a:r>
            <a:r>
              <a:rPr lang="en-GB" sz="1200" b="1" dirty="0" err="1">
                <a:solidFill>
                  <a:schemeClr val="bg2">
                    <a:lumMod val="50000"/>
                  </a:schemeClr>
                </a:solidFill>
              </a:rPr>
              <a:t>creativecommons.org</a:t>
            </a:r>
            <a:r>
              <a:rPr lang="en-GB" sz="1200" b="1" dirty="0">
                <a:solidFill>
                  <a:schemeClr val="bg2">
                    <a:lumMod val="50000"/>
                  </a:schemeClr>
                </a:solidFill>
              </a:rPr>
              <a:t>/by/4.0</a:t>
            </a:r>
            <a:endParaRPr lang="en-MW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1" name="Picture 10" descr="A drawing of a face&#10;&#10;Description automatically generated">
            <a:extLst>
              <a:ext uri="{FF2B5EF4-FFF2-40B4-BE49-F238E27FC236}">
                <a16:creationId xmlns:a16="http://schemas.microsoft.com/office/drawing/2014/main" id="{EE356342-7E80-AD4B-BA14-513E4B339F25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8840"/>
            <a:ext cx="1103012" cy="37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4CAF-EE96-432C-BD5F-59488BA2B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5C8CA5-D692-4004-A6EB-188B8E728C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8A045-B49A-4017-88B9-5B1D6750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325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CCBF4-89CF-4429-A3EF-39E3C8383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F4105-5EE3-4BB5-B8D0-35E9C4C21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FDDFF-1F46-43AD-A78E-DD4B833F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C5CB42-CF14-4293-8971-6DCD1AAE8BE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1724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2</Words>
  <Application>Microsoft Macintosh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 Henrion</dc:creator>
  <cp:lastModifiedBy>Evaristar Kudowa</cp:lastModifiedBy>
  <cp:revision>10</cp:revision>
  <dcterms:created xsi:type="dcterms:W3CDTF">2018-10-26T15:43:02Z</dcterms:created>
  <dcterms:modified xsi:type="dcterms:W3CDTF">2026-01-21T09:25:55Z</dcterms:modified>
</cp:coreProperties>
</file>